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1"/>
  </p:sldMasterIdLst>
  <p:sldIdLst>
    <p:sldId id="256" r:id="rId2"/>
    <p:sldId id="258" r:id="rId3"/>
    <p:sldId id="259" r:id="rId4"/>
    <p:sldId id="265" r:id="rId5"/>
    <p:sldId id="266" r:id="rId6"/>
    <p:sldId id="267" r:id="rId7"/>
    <p:sldId id="271" r:id="rId8"/>
    <p:sldId id="268" r:id="rId9"/>
    <p:sldId id="26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008" y="-5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FC3-371B-07E5-5692-24D3A8D7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D10B3A-9170-7B90-A7C3-AFD458C09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6F1FD-3881-F4E8-57E9-8599DB7F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F9CC2-4B77-FE0E-C206-F344117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ED0F9-753B-BA9F-FF84-50A9B296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4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121AD-8422-4C57-F988-6E13A05D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D7967-3050-80E6-75A0-EB6715AE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EB63E-0401-57F5-7FE8-966BD6E9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39FB9-05D6-E983-2335-DDBACEEC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E0A5C-7EBE-C4CC-93F5-E4371BD6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3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3BCF7-3A77-CE31-780E-1A4E59CF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2F3D4-43B5-F3F6-F1DD-A2F8A858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5E3C8-51B8-55B7-4935-5DB1E7B8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DD37D-F244-358E-E0E9-4A526B23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7601A-E3D8-019E-03D7-D9D30C7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112A4-6D21-F21C-886E-BCFD681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CEADA-78E6-F56B-8C8E-DF14BE3C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717E1-7D3F-C7EE-DB0C-08910BD5F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2D07E-B7D5-149A-CED8-19EE6EFD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0913A-B187-EF3A-CB4B-6CBCD77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CE96F-730A-5945-3A7F-7051F88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3B56D-AADD-8070-90B9-24EA2E2F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F4BAFC-ACA5-B7E5-1B2A-C16007B7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5B36C-2FB3-4A88-059F-0426E9A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E03179-3B29-2294-104C-A7F76F2EA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8FBA6A-AEDC-42F0-E401-CBB660FD3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0B8A89-9965-341E-01C2-214F16CE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17E1DE-75F6-8D41-5945-FC0B535A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21266E-423E-BFBD-89D1-1B4612A9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6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F2CC3-FDD0-C07A-1EB0-2743B9AF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9A9392-CE91-0331-3E81-E447D1AB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60782-5277-0062-F8BF-D71B7E63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FEF7FD-7C75-F903-0065-8F9FCBA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A0B23E-D8FF-13B7-5239-A7111F03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C7666F-3E0F-3820-9729-1060C927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61D942-82CA-7EB0-E730-DB85101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8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02CF4-76F3-DF25-559B-D7362B0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16B36-6B49-CF75-9125-1BBF06943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532898-A5C1-6CAB-61EE-A1969923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D48A3-C111-5297-37A5-FA8ACF34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28B0F-70C9-2F69-C951-0311DC08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BA00B0-5799-95B4-A983-319C9B3D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2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3964E-FF85-7DA0-8FCB-5F15BA04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E7BFB4-2F58-661F-A5DE-2291966F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F4C3B-A363-6BF9-C7D7-BA0793079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622DC-73E1-1483-E770-D2054177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52F98-644B-4A0A-86D2-E5109A00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9C121D-476B-271D-0527-6CA348D2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94FC7-9283-A249-F5CA-DCE1A561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D42DE-0452-480A-C5A7-EE0AE0073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C94-8D2A-4562-035E-058B0A5F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29172A-3DED-5F7D-1401-4CBA2908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2FFF94-6BFE-7A16-8584-3E82A00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4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E53970-5B5A-5E8E-87BA-01A6CA737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B2DEA8-0A7B-1367-DA97-A97E74355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D9CE1-591D-48A9-13B3-BC7800C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836CD-A663-F4FD-F82F-EC06054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45583-51FE-310B-0133-599DB7C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5040ED-AA07-6FAC-9828-C2CE04A5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F3067-366B-F055-3068-1056175E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DBC01-4242-6823-E617-3F42B409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67569-85C4-3436-830A-56F10D875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3453A-2AB3-10B2-57E7-8CD38B2B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192-3117-35BA-D714-74625B10E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dirty="0"/>
              <a:t>기획력 </a:t>
            </a:r>
            <a:r>
              <a:rPr lang="en-US" altLang="ko-KR" sz="2000" dirty="0"/>
              <a:t>+ </a:t>
            </a:r>
            <a:r>
              <a:rPr lang="ko-KR" altLang="en-US" sz="2000" dirty="0"/>
              <a:t>실무 감각 </a:t>
            </a:r>
            <a:r>
              <a:rPr lang="en-US" altLang="ko-KR" sz="2000" dirty="0"/>
              <a:t>+ </a:t>
            </a:r>
            <a:r>
              <a:rPr lang="ko-KR" altLang="en-US" sz="2000" dirty="0" err="1"/>
              <a:t>협업력</a:t>
            </a:r>
            <a:r>
              <a:rPr lang="ko-KR" altLang="en-US" sz="2000" dirty="0"/>
              <a:t> 성장 프로젝트</a:t>
            </a:r>
            <a:endParaRPr lang="en-US" altLang="ko-KR" sz="2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6000" b="1" dirty="0"/>
              <a:t>가상 용역 수주 프로젝트</a:t>
            </a:r>
            <a:endParaRPr lang="en-US" altLang="ko-KR" sz="6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Team2</a:t>
            </a: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수원시 통합회원 담당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팀장 </a:t>
            </a:r>
            <a:r>
              <a:rPr lang="ko-KR" altLang="en-US" sz="3600" b="1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강민승</a:t>
            </a:r>
            <a:endParaRPr lang="en-US" altLang="ko-KR" sz="36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팀총괄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회원가입 화면 담당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A2B40-3441-A537-C983-61D0333E4786}"/>
              </a:ext>
            </a:extLst>
          </p:cNvPr>
          <p:cNvSpPr txBox="1"/>
          <p:nvPr/>
        </p:nvSpPr>
        <p:spPr>
          <a:xfrm>
            <a:off x="592456" y="571500"/>
            <a:ext cx="865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1. </a:t>
            </a:r>
            <a:r>
              <a:rPr lang="ko-KR" altLang="en-US" sz="3600" b="1" dirty="0"/>
              <a:t>문제 정의</a:t>
            </a:r>
          </a:p>
          <a:p>
            <a:endParaRPr lang="en-US" altLang="ko-KR" sz="3600" dirty="0"/>
          </a:p>
          <a:p>
            <a:r>
              <a:rPr lang="ko-KR" altLang="en-US" sz="3600" dirty="0"/>
              <a:t>통합회원이 되기 위한 회원가입을 하는 과정이 총 </a:t>
            </a:r>
            <a:r>
              <a:rPr lang="en-US" altLang="ko-KR" sz="3600" dirty="0"/>
              <a:t>4</a:t>
            </a:r>
            <a:r>
              <a:rPr lang="ko-KR" altLang="en-US" sz="3600" dirty="0"/>
              <a:t>단계나 되는데</a:t>
            </a:r>
            <a:r>
              <a:rPr lang="en-US" altLang="ko-KR" sz="3600" dirty="0"/>
              <a:t>, </a:t>
            </a:r>
            <a:r>
              <a:rPr lang="ko-KR" altLang="en-US" sz="3600" dirty="0"/>
              <a:t>이 과정이 번거롭다고 생각하게 되었다</a:t>
            </a:r>
            <a:r>
              <a:rPr lang="en-US" altLang="ko-KR" sz="3600" dirty="0"/>
              <a:t>.</a:t>
            </a:r>
            <a:r>
              <a:rPr lang="ko-KR" altLang="en-US" sz="3600" dirty="0"/>
              <a:t> </a:t>
            </a:r>
            <a:endParaRPr lang="en-US" altLang="ko-KR" sz="3600" dirty="0"/>
          </a:p>
        </p:txBody>
      </p:sp>
      <p:pic>
        <p:nvPicPr>
          <p:cNvPr id="6" name="그림 5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48A554-33CB-672B-CD2C-BB2FFE96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983" y="3794675"/>
            <a:ext cx="3467584" cy="1219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CDB04-47B4-D379-B37C-CAF5890B6161}"/>
              </a:ext>
            </a:extLst>
          </p:cNvPr>
          <p:cNvSpPr txBox="1"/>
          <p:nvPr/>
        </p:nvSpPr>
        <p:spPr>
          <a:xfrm>
            <a:off x="592456" y="571500"/>
            <a:ext cx="865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IA </a:t>
            </a:r>
            <a:r>
              <a:rPr lang="ko-KR" altLang="en-US" sz="3600" b="1" dirty="0"/>
              <a:t>구조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보이는 바와 같이 회원가입</a:t>
            </a:r>
            <a:endParaRPr lang="en-US" altLang="ko-KR" sz="3600" dirty="0"/>
          </a:p>
          <a:p>
            <a:r>
              <a:rPr lang="ko-KR" altLang="en-US" sz="3600" dirty="0"/>
              <a:t>을 하는 과정이 너무 길고 복</a:t>
            </a:r>
            <a:endParaRPr lang="en-US" altLang="ko-KR" sz="3600" dirty="0"/>
          </a:p>
          <a:p>
            <a:r>
              <a:rPr lang="ko-KR" altLang="en-US" sz="3600" dirty="0" err="1"/>
              <a:t>잡한걸</a:t>
            </a:r>
            <a:r>
              <a:rPr lang="ko-KR" altLang="en-US" sz="3600" dirty="0"/>
              <a:t> 볼 수 있다</a:t>
            </a:r>
            <a:r>
              <a:rPr lang="en-US" altLang="ko-KR" sz="3600" dirty="0"/>
              <a:t>.</a:t>
            </a:r>
          </a:p>
        </p:txBody>
      </p:sp>
      <p:pic>
        <p:nvPicPr>
          <p:cNvPr id="4" name="그림 3" descr="텍스트, 스크린샷, 라인, 평행이(가) 표시된 사진">
            <a:extLst>
              <a:ext uri="{FF2B5EF4-FFF2-40B4-BE49-F238E27FC236}">
                <a16:creationId xmlns:a16="http://schemas.microsoft.com/office/drawing/2014/main" id="{D47BFFCC-6D3C-3291-3EA2-9CD158EF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49" y="76200"/>
            <a:ext cx="5427451" cy="3512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61F3-C025-4358-00A6-9D9274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C93A6-8F6D-9741-8300-155B336E38E2}"/>
              </a:ext>
            </a:extLst>
          </p:cNvPr>
          <p:cNvSpPr txBox="1"/>
          <p:nvPr/>
        </p:nvSpPr>
        <p:spPr>
          <a:xfrm>
            <a:off x="592456" y="571500"/>
            <a:ext cx="86563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UI/UX </a:t>
            </a:r>
            <a:r>
              <a:rPr lang="ko-KR" altLang="en-US" sz="3600" b="1" dirty="0"/>
              <a:t>설계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STEP 1</a:t>
            </a:r>
            <a:r>
              <a:rPr lang="ko-KR" altLang="en-US" sz="3600" dirty="0"/>
              <a:t>에서 본인 인증이</a:t>
            </a:r>
            <a:endParaRPr lang="en-US" altLang="ko-KR" sz="3600" dirty="0"/>
          </a:p>
          <a:p>
            <a:r>
              <a:rPr lang="ko-KR" altLang="en-US" sz="3600" dirty="0"/>
              <a:t>완료될 시 가려져 있던</a:t>
            </a:r>
            <a:endParaRPr lang="en-US" altLang="ko-KR" sz="3600" dirty="0"/>
          </a:p>
          <a:p>
            <a:r>
              <a:rPr lang="en-US" altLang="ko-KR" sz="3600" dirty="0"/>
              <a:t>STEP 3</a:t>
            </a:r>
            <a:r>
              <a:rPr lang="ko-KR" altLang="en-US" sz="3600" dirty="0"/>
              <a:t>의 회원정보 입력 칸</a:t>
            </a:r>
            <a:endParaRPr lang="en-US" altLang="ko-KR" sz="3600" dirty="0"/>
          </a:p>
          <a:p>
            <a:r>
              <a:rPr lang="ko-KR" altLang="en-US" sz="3600" dirty="0"/>
              <a:t>이 보여지는 것을 목표로 한</a:t>
            </a:r>
            <a:endParaRPr lang="en-US" altLang="ko-KR" sz="3600" dirty="0"/>
          </a:p>
          <a:p>
            <a:r>
              <a:rPr lang="ko-KR" altLang="en-US" sz="3600" dirty="0"/>
              <a:t>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pic>
        <p:nvPicPr>
          <p:cNvPr id="5" name="그림 4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4D058-3619-C51E-69F8-3DB7AFA8B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609" y="1194488"/>
            <a:ext cx="5238952" cy="446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5C03-49F0-0FDF-731C-691D6EB9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805D99-568E-F8B6-9118-740D766BE1BE}"/>
              </a:ext>
            </a:extLst>
          </p:cNvPr>
          <p:cNvSpPr txBox="1"/>
          <p:nvPr/>
        </p:nvSpPr>
        <p:spPr>
          <a:xfrm>
            <a:off x="592456" y="571500"/>
            <a:ext cx="865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Bootstrap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Bootstrap </a:t>
            </a:r>
            <a:r>
              <a:rPr lang="ko-KR" altLang="en-US" sz="3600" dirty="0"/>
              <a:t>적용한 컴포넌트</a:t>
            </a:r>
            <a:endParaRPr lang="en-US" altLang="ko-KR" sz="3600" dirty="0"/>
          </a:p>
          <a:p>
            <a:r>
              <a:rPr lang="en-US" altLang="ko-KR" sz="3600" dirty="0"/>
              <a:t>-</a:t>
            </a:r>
            <a:r>
              <a:rPr lang="ko-KR" altLang="en-US" sz="3600" dirty="0"/>
              <a:t>카드</a:t>
            </a:r>
            <a:endParaRPr lang="en-US" altLang="ko-KR" sz="3600" dirty="0"/>
          </a:p>
          <a:p>
            <a:r>
              <a:rPr lang="en-US" altLang="ko-KR" sz="3600" dirty="0"/>
              <a:t>-</a:t>
            </a:r>
            <a:r>
              <a:rPr lang="ko-KR" altLang="en-US" sz="3600" dirty="0"/>
              <a:t>컨테이너</a:t>
            </a:r>
          </a:p>
        </p:txBody>
      </p:sp>
      <p:pic>
        <p:nvPicPr>
          <p:cNvPr id="8" name="그림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023365-2CC9-8000-A6F9-ADFCABE38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05" y="272323"/>
            <a:ext cx="7268589" cy="1314633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847916-E825-AA5C-FE09-C6E7487D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775" y="2002661"/>
            <a:ext cx="2867425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EBBE-77D6-48A6-4317-E16AF40D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C6562-39F8-32A1-D084-901208C4AD5C}"/>
              </a:ext>
            </a:extLst>
          </p:cNvPr>
          <p:cNvSpPr txBox="1"/>
          <p:nvPr/>
        </p:nvSpPr>
        <p:spPr>
          <a:xfrm>
            <a:off x="592456" y="571500"/>
            <a:ext cx="8656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표준 및 접근성</a:t>
            </a:r>
            <a:endParaRPr lang="en-US" altLang="ko-KR" sz="3600" b="1" dirty="0"/>
          </a:p>
          <a:p>
            <a:r>
              <a:rPr lang="en-US" altLang="ko-KR" sz="3600" dirty="0"/>
              <a:t>Lighthouse</a:t>
            </a:r>
          </a:p>
          <a:p>
            <a:r>
              <a:rPr lang="en-US" altLang="ko-KR" sz="3600" dirty="0"/>
              <a:t>-</a:t>
            </a:r>
            <a:r>
              <a:rPr lang="ko-KR" altLang="en-US" sz="3600" dirty="0"/>
              <a:t>성능 </a:t>
            </a:r>
            <a:r>
              <a:rPr lang="en-US" altLang="ko-KR" sz="3600" dirty="0"/>
              <a:t>: 100</a:t>
            </a:r>
          </a:p>
          <a:p>
            <a:r>
              <a:rPr lang="en-US" altLang="ko-KR" sz="3600" dirty="0"/>
              <a:t>-</a:t>
            </a:r>
            <a:r>
              <a:rPr lang="ko-KR" altLang="en-US" sz="3600" dirty="0"/>
              <a:t>접근성 </a:t>
            </a:r>
            <a:r>
              <a:rPr lang="en-US" altLang="ko-KR" sz="3600" dirty="0"/>
              <a:t>: 72</a:t>
            </a:r>
          </a:p>
          <a:p>
            <a:r>
              <a:rPr lang="en-US" altLang="ko-KR" sz="3600" dirty="0"/>
              <a:t>-</a:t>
            </a:r>
            <a:r>
              <a:rPr lang="ko-KR" altLang="en-US" sz="3600" dirty="0"/>
              <a:t>모범 사례 </a:t>
            </a:r>
            <a:r>
              <a:rPr lang="en-US" altLang="ko-KR" sz="3600" dirty="0"/>
              <a:t>: 73</a:t>
            </a:r>
          </a:p>
          <a:p>
            <a:r>
              <a:rPr lang="en-US" altLang="ko-KR" sz="3600" dirty="0"/>
              <a:t>-SEO : 91</a:t>
            </a:r>
          </a:p>
        </p:txBody>
      </p:sp>
      <p:pic>
        <p:nvPicPr>
          <p:cNvPr id="4" name="그림 3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4C5740-D603-8E4A-F39B-140911D87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542" y="0"/>
            <a:ext cx="4267796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B72A-EFC2-AF01-5070-1CC9C733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25264-F091-CBA0-7686-7647588BE163}"/>
              </a:ext>
            </a:extLst>
          </p:cNvPr>
          <p:cNvSpPr txBox="1"/>
          <p:nvPr/>
        </p:nvSpPr>
        <p:spPr>
          <a:xfrm>
            <a:off x="592456" y="571500"/>
            <a:ext cx="8656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표준 및 접근성</a:t>
            </a:r>
            <a:endParaRPr lang="en-US" altLang="ko-KR" sz="3600" b="1" dirty="0"/>
          </a:p>
          <a:p>
            <a:r>
              <a:rPr lang="en-US" altLang="ko-KR" sz="3600" b="1" dirty="0"/>
              <a:t>Html, </a:t>
            </a:r>
            <a:r>
              <a:rPr lang="en-US" altLang="ko-KR" sz="3600" b="1" dirty="0" err="1"/>
              <a:t>Css</a:t>
            </a:r>
            <a:r>
              <a:rPr lang="en-US" altLang="ko-KR" sz="3600" b="1" dirty="0"/>
              <a:t> validator</a:t>
            </a:r>
          </a:p>
          <a:p>
            <a:endParaRPr lang="en-US" altLang="ko-KR" sz="36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FE5833-EB97-2F62-970C-4A768D80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635" y="281940"/>
            <a:ext cx="5544846" cy="5204460"/>
          </a:xfrm>
          <a:prstGeom prst="rect">
            <a:avLst/>
          </a:prstGeom>
        </p:spPr>
      </p:pic>
      <p:pic>
        <p:nvPicPr>
          <p:cNvPr id="9" name="그림 8" descr="텍스트, 폰트, 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AE091-ABB7-447B-61BD-D99D94066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9" y="4257381"/>
            <a:ext cx="4848902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5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22CB-F4BC-3605-302F-1643E75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023D-A517-DC56-EF96-47177A3D9C6D}"/>
              </a:ext>
            </a:extLst>
          </p:cNvPr>
          <p:cNvSpPr txBox="1"/>
          <p:nvPr/>
        </p:nvSpPr>
        <p:spPr>
          <a:xfrm>
            <a:off x="592456" y="571500"/>
            <a:ext cx="8656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AI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30354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B76C-D5C3-8E89-F6AF-4B85CC1D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BB9A8-C389-B82E-6757-0C1CAD3A672D}"/>
              </a:ext>
            </a:extLst>
          </p:cNvPr>
          <p:cNvSpPr txBox="1"/>
          <p:nvPr/>
        </p:nvSpPr>
        <p:spPr>
          <a:xfrm>
            <a:off x="592456" y="571500"/>
            <a:ext cx="11008994" cy="4036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7. </a:t>
            </a:r>
            <a:r>
              <a:rPr lang="ko-KR" altLang="en-US" sz="3600" b="1" dirty="0"/>
              <a:t>프로젝트 돌아보기 </a:t>
            </a:r>
            <a:endParaRPr lang="en-US" altLang="ko-KR" sz="3600" b="1" dirty="0"/>
          </a:p>
          <a:p>
            <a:endParaRPr lang="en-US" altLang="ko-KR" sz="3600" dirty="0"/>
          </a:p>
          <a:p>
            <a:r>
              <a:rPr lang="en-US" altLang="ko-KR" sz="3600" dirty="0"/>
              <a:t>- </a:t>
            </a:r>
            <a:r>
              <a:rPr lang="ko-KR" altLang="en-US" sz="3600" dirty="0"/>
              <a:t>나의 역할</a:t>
            </a:r>
            <a:r>
              <a:rPr lang="en-US" altLang="ko-KR" sz="3600" dirty="0"/>
              <a:t>, </a:t>
            </a:r>
            <a:r>
              <a:rPr lang="ko-KR" altLang="en-US" sz="3600" dirty="0"/>
              <a:t>팀과의 협업</a:t>
            </a:r>
            <a:r>
              <a:rPr lang="en-US" altLang="ko-KR" sz="3600" dirty="0"/>
              <a:t>, </a:t>
            </a:r>
            <a:r>
              <a:rPr lang="ko-KR" altLang="en-US" sz="3600" dirty="0"/>
              <a:t>배운 점</a:t>
            </a:r>
            <a:r>
              <a:rPr lang="en-US" altLang="ko-KR" sz="3600" dirty="0"/>
              <a:t>, </a:t>
            </a:r>
            <a:r>
              <a:rPr lang="ko-KR" altLang="en-US" sz="3600" dirty="0"/>
              <a:t>향후 개선점</a:t>
            </a:r>
            <a:endParaRPr lang="en-US" altLang="ko-KR" sz="3600" dirty="0"/>
          </a:p>
          <a:p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4000" b="1" dirty="0"/>
              <a:t>“나는 이번 프로젝트에서 </a:t>
            </a:r>
            <a:r>
              <a:rPr lang="ko-KR" altLang="en-US" sz="4000" b="1" u="sng" dirty="0"/>
              <a:t> 팀장  을</a:t>
            </a:r>
            <a:br>
              <a:rPr lang="ko-KR" altLang="en-US" sz="4000" b="1" dirty="0"/>
            </a:br>
            <a:r>
              <a:rPr lang="ko-KR" altLang="en-US" sz="4000" b="1" dirty="0"/>
              <a:t>담당하여 </a:t>
            </a:r>
            <a:r>
              <a:rPr lang="ko-KR" altLang="en-US" sz="4000" b="1" u="sng" dirty="0"/>
              <a:t>  팀원들  을</a:t>
            </a:r>
            <a:r>
              <a:rPr lang="ko-KR" altLang="en-US" sz="4000" b="1" dirty="0"/>
              <a:t> 이끌었다”</a:t>
            </a:r>
          </a:p>
        </p:txBody>
      </p:sp>
    </p:spTree>
    <p:extLst>
      <p:ext uri="{BB962C8B-B14F-4D97-AF65-F5344CB8AC3E}">
        <p14:creationId xmlns:p14="http://schemas.microsoft.com/office/powerpoint/2010/main" val="8152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166</Words>
  <Application>Microsoft Office PowerPoint</Application>
  <PresentationFormat>와이드스크린</PresentationFormat>
  <Paragraphs>48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온다</dc:creator>
  <cp:lastModifiedBy>민승 강</cp:lastModifiedBy>
  <cp:revision>24</cp:revision>
  <dcterms:created xsi:type="dcterms:W3CDTF">2025-05-13T11:44:25Z</dcterms:created>
  <dcterms:modified xsi:type="dcterms:W3CDTF">2025-12-17T23:31:24Z</dcterms:modified>
  <cp:version/>
</cp:coreProperties>
</file>